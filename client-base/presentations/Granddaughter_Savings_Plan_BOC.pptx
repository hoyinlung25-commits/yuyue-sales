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JhengHei"/>
              </a:defRPr>
            </a:pPr>
            <a:r>
              <a:t>為孫女準備的一份長遠心意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1FAE5"/>
                </a:solidFill>
                <a:latin typeface="Microsoft JhengHei"/>
              </a:defRPr>
            </a:pPr>
            <a:r>
              <a:t>寰御安心環球終身保險計劃｜一次性預繳 HK$150,000</a:t>
            </a:r>
            <a:br/>
            <a:r>
              <a:t>建議書日期：2026年6月4日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69E2E"/>
                </a:solidFill>
                <a:latin typeface="Microsoft JhengHei"/>
              </a:defRPr>
            </a:pPr>
            <a:r>
              <a:t>中銀集團人壽 · 寰御安心環球終身保險計劃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65D"/>
                </a:solidFill>
                <a:latin typeface="Microsoft JhengHei"/>
              </a:defRPr>
            </a:pPr>
            <a:r>
              <a:t>爺爺的心意：為孫女鋪路未來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18590"/>
                </a:solidFill>
                <a:latin typeface="Microsoft JhengHei"/>
              </a:defRPr>
            </a:pPr>
            <a:r>
              <a:t>Male client 60+ · 希望為 9 歲孫女建立儲蓄與保障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4A5568"/>
                </a:solidFill>
                <a:latin typeface="Microsoft JhengHei"/>
              </a:defRPr>
            </a:pPr>
            <a:r>
              <a:t>• 您希望以一次過資金，為孫女建立長線儲蓄，減輕日後供款壓力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87168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4A5568"/>
                </a:solidFill>
                <a:latin typeface="Microsoft JhengHei"/>
              </a:defRPr>
            </a:pPr>
            <a:r>
              <a:t>• 孫女現年 9 歲，保障年期長，時間複利可發揮更大作用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45536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4A5568"/>
                </a:solidFill>
                <a:latin typeface="Microsoft JhengHei"/>
              </a:defRPr>
            </a:pPr>
            <a:r>
              <a:t>• 即使爺爺不在身邊，保單仍可延續保障與財富傳承安排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03904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4A5568"/>
                </a:solidFill>
                <a:latin typeface="Microsoft JhengHei"/>
              </a:defRPr>
            </a:pPr>
            <a:r>
              <a:t>• 預繳保費後，5 年內無需再操心每年繳費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65D"/>
                </a:solidFill>
                <a:latin typeface="Microsoft JhengHei"/>
              </a:defRPr>
            </a:pPr>
            <a:r>
              <a:t>方案概覽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18590"/>
                </a:solidFill>
                <a:latin typeface="Microsoft JhengHei"/>
              </a:defRPr>
            </a:pPr>
            <a:r>
              <a:t>中銀集團人壽保險有限公司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A5568"/>
                </a:solidFill>
                <a:latin typeface="Microsoft JhengHei"/>
              </a:defRPr>
            </a:pPr>
            <a:r>
              <a:t>• 基本計劃：寰御安心環球終身保險計劃（港元）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87168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A5568"/>
                </a:solidFill>
                <a:latin typeface="Microsoft JhengHei"/>
              </a:defRPr>
            </a:pPr>
            <a:r>
              <a:t>• 兼備人壽保障、儲蓄增值與財富傳承功能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45536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A5568"/>
                </a:solidFill>
                <a:latin typeface="Microsoft JhengHei"/>
              </a:defRPr>
            </a:pPr>
            <a:r>
              <a:t>• 週年紅利（非保證）＋終期紅利（非保證）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03904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A5568"/>
                </a:solidFill>
                <a:latin typeface="Microsoft JhengHei"/>
              </a:defRPr>
            </a:pPr>
            <a:r>
              <a:t>• 保費繳費年期：5 年｜保障年期：終身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65D"/>
                </a:solidFill>
                <a:latin typeface="Microsoft JhengHei"/>
              </a:defRPr>
            </a:pPr>
            <a:r>
              <a:t>受保人資料（建議書）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18590"/>
                </a:solidFill>
                <a:latin typeface="Microsoft JhengHei"/>
              </a:defRPr>
            </a:pPr>
            <a:r>
              <a:t>保單權益人：Vip 先生｜申請人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8229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內容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與您的關係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孫女（擬受保人）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年齡 / 性別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9 歲 / 女（非吸煙者）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保障年期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終身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保單貨幣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港元（HKD）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名義金額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161,022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65D"/>
                </a:solidFill>
                <a:latin typeface="Microsoft JhengHei"/>
              </a:defRPr>
            </a:pPr>
            <a:r>
              <a:t>供款安排：一次性預繳 HK$150,000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18590"/>
                </a:solidFill>
                <a:latin typeface="Microsoft JhengHei"/>
              </a:defRPr>
            </a:pPr>
            <a:r>
              <a:t>推廣：寰御安心環球終身保險計劃保費折扣（至 2026-06-30）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8229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金額（港元）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每年保費（標準）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32,204.40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5 年總保費（已繳總保費）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161,022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優惠後預繳保費總額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149,849.62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優惠後預繳保費總額及徵費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150,000.10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預繳保費戶口保證年利率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3.50%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65D"/>
                </a:solidFill>
                <a:latin typeface="Microsoft JhengHei"/>
              </a:defRPr>
            </a:pPr>
            <a:r>
              <a:t>為什麼 9 歲開始特別合適？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18590"/>
                </a:solidFill>
                <a:latin typeface="Microsoft JhengHei"/>
              </a:defRPr>
            </a:pPr>
            <a:r>
              <a:t>長線規劃角度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A5568"/>
                </a:solidFill>
                <a:latin typeface="Microsoft JhengHei"/>
              </a:defRPr>
            </a:pPr>
            <a:r>
              <a:t>• 供款期僅 5 年，爺爺在退休前後可一次過完成責任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87168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A5568"/>
                </a:solidFill>
                <a:latin typeface="Microsoft JhengHei"/>
              </a:defRPr>
            </a:pPr>
            <a:r>
              <a:t>• 孫女仍有很長人生路，非保證紅利有較長時間滾存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45536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A5568"/>
                </a:solidFill>
                <a:latin typeface="Microsoft JhengHei"/>
              </a:defRPr>
            </a:pPr>
            <a:r>
              <a:t>• 可預留「更改受保人」「後備受保人」作日後傳承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03904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A5568"/>
                </a:solidFill>
                <a:latin typeface="Microsoft JhengHei"/>
              </a:defRPr>
            </a:pPr>
            <a:r>
              <a:t>• 日後孫女長大，可按需要作保單分拆或貨幣轉換（如適用）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65D"/>
                </a:solidFill>
                <a:latin typeface="Microsoft JhengHei"/>
              </a:defRPr>
            </a:pPr>
            <a:r>
              <a:t>計劃重點（與儲蓄＋傳承相關）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A5568"/>
                </a:solidFill>
                <a:latin typeface="Microsoft JhengHei"/>
              </a:defRPr>
            </a:pPr>
            <a:r>
              <a:t>• 週年紅利（非保證）：可積存生息或提取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41448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A5568"/>
                </a:solidFill>
                <a:latin typeface="Microsoft JhengHei"/>
              </a:defRPr>
            </a:pPr>
            <a:r>
              <a:t>• 終期紅利（非保證）：退保或身故時可獲派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99816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A5568"/>
                </a:solidFill>
                <a:latin typeface="Microsoft JhengHei"/>
              </a:defRPr>
            </a:pPr>
            <a:r>
              <a:t>• 更改受保人：可把保障延續予下一代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58184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A5568"/>
                </a:solidFill>
                <a:latin typeface="Microsoft JhengHei"/>
              </a:defRPr>
            </a:pPr>
            <a:r>
              <a:t>• 後備受保人：現受保人身故後，可指定後備受保人承接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1655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A5568"/>
                </a:solidFill>
                <a:latin typeface="Microsoft JhengHei"/>
              </a:defRPr>
            </a:pPr>
            <a:r>
              <a:t>• 「智富長傳」預設保單指示：可預設身故賠償如何分配予受益人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7492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A5568"/>
                </a:solidFill>
                <a:latin typeface="Microsoft JhengHei"/>
              </a:defRPr>
            </a:pPr>
            <a:r>
              <a:t>• 保費延繳保障、安心2gether 精神上無行為能力保障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65D"/>
                </a:solidFill>
                <a:latin typeface="Microsoft JhengHei"/>
              </a:defRPr>
            </a:pPr>
            <a:r>
              <a:t>孫女成長里程碑｜預期現金價值總額（說明摘要）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18590"/>
                </a:solidFill>
                <a:latin typeface="Microsoft JhengHei"/>
              </a:defRPr>
            </a:pPr>
            <a:r>
              <a:t>*含非保證週年紅利及終期紅利；實際或較高或較低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8229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孫女年齡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保單年度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已繳總保費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預期現金價值總額*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14 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161,022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286,059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19 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161,022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434,249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24 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161,022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606,259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29 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161,022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825,491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34 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161,022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1,106,259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65 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161,022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JhengHei"/>
                        </a:defRPr>
                      </a:pPr>
                      <a:r>
                        <a:t>3,752,770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65D"/>
                </a:solidFill>
                <a:latin typeface="Microsoft JhengHei"/>
              </a:defRPr>
            </a:pPr>
            <a:r>
              <a:t>長遠參考：受保人 65 歲保單週年日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18590"/>
                </a:solidFill>
                <a:latin typeface="Microsoft JhengHei"/>
              </a:defRPr>
            </a:pPr>
            <a:r>
              <a:t>非保證；僅作說明摘要演示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9669"/>
                </a:solidFill>
                <a:latin typeface="Microsoft JhengHei"/>
              </a:defRPr>
            </a:pPr>
            <a:r>
              <a:t>預期現金價值總額約 HK$3,752,770（已繳總保費 HK$161,022）</a:t>
            </a:r>
            <a:br/>
            <a:r>
              <a:t>約為已繳總保費的 23.3 倍*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7863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18590"/>
                </a:solidFill>
                <a:latin typeface="Microsoft JhengHei"/>
              </a:defRPr>
            </a:pPr>
            <a:r>
              <a:t>此數字包含保證現金價值、累積週年紅利（非保證）及終期紅利（非保證）。紅利並非保證，可升可跌，過往表現不代表將來。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65D"/>
                </a:solidFill>
                <a:latin typeface="Microsoft JhengHei"/>
              </a:defRPr>
            </a:pPr>
            <a:r>
              <a:t>預繳保費戶口（配合您的一次過供款）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A5568"/>
                </a:solidFill>
                <a:latin typeface="Microsoft JhengHei"/>
              </a:defRPr>
            </a:pPr>
            <a:r>
              <a:t>• 您打算一次過預繳約 HK$150,000（含徵費後約 HK$150,000.10）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87168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A5568"/>
                </a:solidFill>
                <a:latin typeface="Microsoft JhengHei"/>
              </a:defRPr>
            </a:pPr>
            <a:r>
              <a:t>• 每年保費及徵費於保單週年日從預繳戶口自動扣除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45536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A5568"/>
                </a:solidFill>
                <a:latin typeface="Microsoft JhengHei"/>
              </a:defRPr>
            </a:pPr>
            <a:r>
              <a:t>• 基本計劃預繳餘額以保證年利率 3.50% 積存生息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03904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A5568"/>
                </a:solidFill>
                <a:latin typeface="Microsoft JhengHei"/>
              </a:defRPr>
            </a:pPr>
            <a:r>
              <a:t>• 第 5 個保單年度後預繳戶口餘額為 0，之後無需再繳費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622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A5568"/>
                </a:solidFill>
                <a:latin typeface="Microsoft JhengHei"/>
              </a:defRPr>
            </a:pPr>
            <a:r>
              <a:t>• 提早退保或提取預繳餘額可能須付預繳保費退回費用（現行 6%）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65D"/>
                </a:solidFill>
                <a:latin typeface="Microsoft JhengHei"/>
              </a:defRPr>
            </a:pPr>
            <a:r>
              <a:t>重要提示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18590"/>
                </a:solidFill>
                <a:latin typeface="Microsoft JhengHei"/>
              </a:defRPr>
            </a:pPr>
            <a:r>
              <a:t>請與爺爺充分溝通風險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9B2C2C"/>
                </a:solidFill>
                <a:latin typeface="Microsoft JhengHei"/>
              </a:defRPr>
            </a:pPr>
            <a:r>
              <a:t>• 除非有意就全期 5 年繳清保費，否則不應投保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87168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9B2C2C"/>
                </a:solidFill>
                <a:latin typeface="Microsoft JhengHei"/>
              </a:defRPr>
            </a:pPr>
            <a:r>
              <a:t>• 提早退保或停止供款可能蒙受重大損失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45536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9B2C2C"/>
                </a:solidFill>
                <a:latin typeface="Microsoft JhengHei"/>
              </a:defRPr>
            </a:pPr>
            <a:r>
              <a:t>• 非保證利益（週年紅利、終期紅利）可為零或調整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03904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9B2C2C"/>
                </a:solidFill>
                <a:latin typeface="Microsoft JhengHei"/>
              </a:defRPr>
            </a:pPr>
            <a:r>
              <a:t>• 建議書有效期 30 日（2026年6月4日起）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622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9B2C2C"/>
                </a:solidFill>
                <a:latin typeface="Microsoft JhengHei"/>
              </a:defRPr>
            </a:pPr>
            <a:r>
              <a:t>• 此簡報僅供說明，以保單條款及正式建議書為準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建議下一步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92608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E2E8F0"/>
                </a:solidFill>
                <a:latin typeface="Microsoft JhengHei"/>
              </a:defRPr>
            </a:pPr>
            <a:r>
              <a:t>• 確認孫女為受保人、您為保單權益人及受益人安排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584448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E2E8F0"/>
                </a:solidFill>
                <a:latin typeface="Microsoft JhengHei"/>
              </a:defRPr>
            </a:pPr>
            <a:r>
              <a:t>• 確認一次過預繳金額及5年供款意願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242816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E2E8F0"/>
                </a:solidFill>
                <a:latin typeface="Microsoft JhengHei"/>
              </a:defRPr>
            </a:pPr>
            <a:r>
              <a:t>• 完成投保申請及健康告知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901184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E2E8F0"/>
                </a:solidFill>
                <a:latin typeface="Microsoft JhengHei"/>
              </a:defRPr>
            </a:pPr>
            <a:r>
              <a:t>• 保單生效後，定期檢視週年紅利與保單價值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69E2E"/>
                </a:solidFill>
                <a:latin typeface="Microsoft JhengHei"/>
              </a:defRPr>
            </a:pPr>
            <a:r>
              <a:t>保險中介人：龍浩賢｜徐語希管理組</a:t>
            </a:r>
            <a:br/>
            <a:r>
              <a:t>建議書編號：131HK0520260604094001（中銀人壽正式建議書）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