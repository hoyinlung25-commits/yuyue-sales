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爺爺為 9 歲孫女</a:t>
            </a:r>
            <a:br/>
            <a:r>
              <a:t>準備的長遠儲蓄心意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1FAE5"/>
                </a:solidFill>
                <a:latin typeface="Microsoft JhengHei"/>
              </a:defRPr>
            </a:pPr>
            <a:r>
              <a:t>寰御安心環球終身保險計劃｜一次性預繳約 HK$150,000</a:t>
            </a:r>
            <a:br/>
            <a:r>
              <a:t>按孫女人生階段，看保單如何為她累積資金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9E2E"/>
                </a:solidFill>
                <a:latin typeface="Microsoft JhengHei"/>
              </a:defRPr>
            </a:pPr>
            <a:r>
              <a:t>中銀集團人壽 · 寰御安心環球終身保險計劃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為什麼為孫女選擇「寰御安心環球終身」？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儲蓄 + 終身保障 + 跨代傳承，一次過預繳完成責任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孫女儲蓄：以受保人身份投保，紅利在長年期內滾存，配合她由升學到置業的人生節奏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爺爺一次過預繳約 HK$150,000，5 年保費責任完結，無需年年操心繳費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666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兼備人壽保障：即使爺爺或孫女遇上人生變故，保單仍可延續安排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4845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可更改受保人／後備受保人：日後可把保單傳給她的子女，財富跨代延續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7024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週年紅利 + 終期紅利（非保證）：為日後提取、退保或傳承提供彈性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爺爺的心意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60+ 男客 · 為 9 歲孫女建立專屬儲蓄保單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A5568"/>
                </a:solidFill>
                <a:latin typeface="Microsoft JhengHei"/>
              </a:defRPr>
            </a:pPr>
            <a:r>
              <a:t>• 您現時有能力，希望趁孫女尚小，為她預留一筆會隨時間增長的資產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A5568"/>
                </a:solidFill>
                <a:latin typeface="Microsoft JhengHei"/>
              </a:defRPr>
            </a:pPr>
            <a:r>
              <a:t>• 保單以孫女為受保人，權益人為您；日後可按需要調整受益人及傳承安排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7238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A5568"/>
                </a:solidFill>
                <a:latin typeface="Microsoft JhengHei"/>
              </a:defRPr>
            </a:pPr>
            <a:r>
              <a:t>• 重點不是短期回報，而是覆蓋她畢業、工作、結婚、育兒、買樓、創業等人生階段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9417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A5568"/>
                </a:solidFill>
                <a:latin typeface="Microsoft JhengHei"/>
              </a:defRPr>
            </a:pPr>
            <a:r>
              <a:t>• 預繳完成後，這份保單會一直陪伴她成長，成為爺孫之間的一份具體心意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供款安排（建議書）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91640"/>
          <a:ext cx="8503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內容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受保人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孫女 · 9 歲 · 女（非吸煙）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保費繳費年期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5 年（已繳總保費 HK$161,022）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爺爺一次過預繳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約 HK$150,000.10（含徵費）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預繳戶口保證年利率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3.50%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孫女人生階段 × 保單回報參考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*非保證；含週年紅利及終期紅利。第 15 保單年度預期現金價值 HK$286,059（建議書）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627632"/>
          <a:ext cx="85039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人生階段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孫女年齡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保單年度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預期現金價值總額*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相對已繳保費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供款完成 · 中學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14 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5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HK$ 67,264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0.42 倍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升學進修（DSE／大專）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19 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10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HK$ 200,527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1.25 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大學畢業 · 初入職場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24 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15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HK$ 286,059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1.78 倍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事業穩定 · 置業首期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29 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20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HK$ 434,249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2.70 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結婚成家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34 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25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HK$ 606,259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3.77 倍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育兒 · 家庭責任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39 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30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HK$ 825,491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5.13 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事業發展 · 創業支援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44 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35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HK$ 1,104,542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6.86 倍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退休規劃參考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65 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第 56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HK$ 3,752,770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JhengHei"/>
                        </a:defRPr>
                      </a:pPr>
                      <a:r>
                        <a:t>23.31 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各人生階段，這筆資金可以支援什麼？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數字來自建議書「說明摘要」；實際提取須符合保單條款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1907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19 歲（第 10 年）約 HK$200,527：DSE 後升學、大專生活費或進修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4086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24 歲（第 15 年）約 HK$286,059：大學畢業、初入職或小型創業起步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6265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29 歲（第 20 年）約 HK$434,249：事業穩定、買樓首期或進修專業資格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8444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34 歲（第 25 年）約 HK$606,259：結婚、新婚置業或家庭開支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39 歲（第 30 年）約 HK$825,491：育兒、子女教育或家庭醫療儲備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280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44 歲（第 35 年）約 HK$1,106,259：事業擴張、創業周轉或進一步置業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重點參考：第 15 保單年度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孫女約 24 歲 · 大學畢業／初入職場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Microsoft JhengHei"/>
              </a:defRPr>
            </a:pPr>
            <a:r>
              <a:t>預期現金價值總額</a:t>
            </a:r>
            <a:br/>
            <a:r>
              <a:t>HK$ 286,059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79552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建議書顯示：第 15 個保單年度（非第 5 年）現金價值總額約 HK$286,059。</a:t>
            </a:r>
            <a:br/>
            <a:r>
              <a:t>已繳總保費 HK$161,022，約為 1.78 倍。</a:t>
            </a:r>
            <a:br/>
            <a:br/>
            <a:r>
              <a:t>此階段正值畢業與踏入社會，可作進修、創業或生活儲備的參考金額。</a:t>
            </a:r>
            <a:br/>
            <a:r>
              <a:t>紅利非保證，實際金額可升可跌。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買樓 · 創業 · 成家 — 回報對照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保單年度與預期現金價值總額（建議書）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買樓首期參考：第 20 年（29 歲）約 HK$434,249 · 約 2.7 倍已繳保費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結婚成家參考：第 25 年（34 歲）約 HK$606,259 · 約 3.8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666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育兒家庭參考：第 30 年（39 歲）約 HK$825,491 · 約 5.1 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4845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創業／生意周轉參考：第 35 年（44 歲）約 HK$1,106,259 · 約 6.9 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7024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提取方式：部分退保、紅利提取或保單貸款等，須按條款及當時保單價值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計劃功能（配合孫女長線儲蓄）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週年紅利（非保證）：可積存生息，日後按人生需要提取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0487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終期紅利（非保證）：退保或身故時派發，長線增值主力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2666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更改受保人：孫女長大後可傳予下一代，保單繼續生效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4845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保單分拆、貨幣轉換（如適用）：配合移民、置業或多元配置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7024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Microsoft JhengHei"/>
              </a:defRPr>
            </a:pPr>
            <a:r>
              <a:t>• 「智富長傳」：可預設身故賠償分期給受益人，避免一次過揮霍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長遠參考：孫女 65 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第 56 保單年度 · 非保證演示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59669"/>
                </a:solidFill>
                <a:latin typeface="Microsoft JhengHei"/>
              </a:defRPr>
            </a:pPr>
            <a:r>
              <a:t>預期現金價值總額約 HK$3,752,770</a:t>
            </a:r>
            <a:br/>
            <a:r>
              <a:t>約為已繳總保費的 23.3 倍*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可作退休或再傳承予第三代之長線參考。</a:t>
            </a:r>
            <a:br/>
            <a:r>
              <a:t>過往演示不代表將來；紅利可為零或調整。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預繳保費戶口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590"/>
                </a:solidFill>
                <a:latin typeface="Microsoft JhengHei"/>
              </a:defRPr>
            </a:pPr>
            <a:r>
              <a:t>配合爺爺一次過 HK$150,000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預繳約 HK$150,000.10 後，每年保費於保單週年日自動扣除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預繳餘額以保證年利率 3.50% 積存，直至第 5 保單年度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7238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第 5 年後無需再繳費，保單繼續為孫女滾存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9417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Microsoft JhengHei"/>
              </a:defRPr>
            </a:pPr>
            <a:r>
              <a:t>• 提早退保或提取預繳餘額可能須付退回費用（現行 6%）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Microsoft JhengHei"/>
              </a:defRPr>
            </a:pPr>
            <a:r>
              <a:t>重要提示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B2C2C"/>
                </a:solidFill>
                <a:latin typeface="Microsoft JhengHei"/>
              </a:defRPr>
            </a:pPr>
            <a:r>
              <a:t>• 除非有意就全期 5 年繳清保費，否則不應投保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0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B2C2C"/>
                </a:solidFill>
                <a:latin typeface="Microsoft JhengHei"/>
              </a:defRPr>
            </a:pPr>
            <a:r>
              <a:t>• 提早退保可能蒙受重大損失；非保證紅利可升可跌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7238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B2C2C"/>
                </a:solidFill>
                <a:latin typeface="Microsoft JhengHei"/>
              </a:defRPr>
            </a:pPr>
            <a:r>
              <a:t>• 人生階段金額僅為建議書演示，不等同保證可取回金額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9417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B2C2C"/>
                </a:solidFill>
                <a:latin typeface="Microsoft JhengHei"/>
              </a:defRPr>
            </a:pPr>
            <a:r>
              <a:t>• 建議書有效期 30 日（2026年6月4日起）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建議下一步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51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2E8F0"/>
                </a:solidFill>
                <a:latin typeface="Microsoft JhengHei"/>
              </a:defRPr>
            </a:pPr>
            <a:r>
              <a:t>• 確認以孫女為受保人、您為保單權益人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7355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2E8F0"/>
                </a:solidFill>
                <a:latin typeface="Microsoft JhengHei"/>
              </a:defRPr>
            </a:pPr>
            <a:r>
              <a:t>• 確認一次過預繳及 5 年供款意願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9534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2E8F0"/>
                </a:solidFill>
                <a:latin typeface="Microsoft JhengHei"/>
              </a:defRPr>
            </a:pPr>
            <a:r>
              <a:t>• 討論各人生階段資金用途（升學、置業、成家、創業）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1713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2E8F0"/>
                </a:solidFill>
                <a:latin typeface="Microsoft JhengHei"/>
              </a:defRPr>
            </a:pPr>
            <a:r>
              <a:t>• 完成投保申請；保單生效後定期檢視紅利與保單價值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69E2E"/>
                </a:solidFill>
                <a:latin typeface="Microsoft JhengHei"/>
              </a:defRPr>
            </a:pPr>
            <a:r>
              <a:t>保險中介人：龍浩賢｜徐語希管理組</a:t>
            </a:r>
            <a:br/>
            <a:r>
              <a:t>建議書編號：131HK0520260604094001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